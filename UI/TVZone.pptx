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7" r:id="rId6"/>
    <p:sldId id="260" r:id="rId7"/>
    <p:sldId id="261" r:id="rId8"/>
    <p:sldId id="262" r:id="rId9"/>
    <p:sldId id="263" r:id="rId10"/>
    <p:sldId id="271" r:id="rId11"/>
    <p:sldId id="264" r:id="rId12"/>
    <p:sldId id="268" r:id="rId13"/>
    <p:sldId id="265" r:id="rId14"/>
    <p:sldId id="269" r:id="rId15"/>
    <p:sldId id="274" r:id="rId16"/>
    <p:sldId id="272" r:id="rId17"/>
    <p:sldId id="275" r:id="rId18"/>
  </p:sldIdLst>
  <p:sldSz cx="12192000" cy="6858000"/>
  <p:notesSz cx="6858000" cy="9144000"/>
  <p:defaultTextStyle>
    <a:defPPr>
      <a:defRPr lang="hu-H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40" d="100"/>
          <a:sy n="40" d="100"/>
        </p:scale>
        <p:origin x="72" y="1404"/>
      </p:cViewPr>
      <p:guideLst/>
    </p:cSldViewPr>
  </p:slideViewPr>
  <p:notesTextViewPr>
    <p:cViewPr>
      <p:scale>
        <a:sx n="1" d="1"/>
        <a:sy n="1" d="1"/>
      </p:scale>
      <p:origin x="0" y="-78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Élőfej hely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hu-HU" dirty="0"/>
          </a:p>
        </p:txBody>
      </p:sp>
      <p:sp>
        <p:nvSpPr>
          <p:cNvPr id="3" name="Dátum hely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8BF1AF4-BB7E-4786-9453-3DB694FB9F3E}" type="datetimeFigureOut">
              <a:rPr lang="hu-HU" smtClean="0"/>
              <a:t>2025. 12. 09.</a:t>
            </a:fld>
            <a:endParaRPr lang="hu-HU" dirty="0"/>
          </a:p>
        </p:txBody>
      </p:sp>
      <p:sp>
        <p:nvSpPr>
          <p:cNvPr id="4" name="Diakép hely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hu-HU" dirty="0"/>
          </a:p>
        </p:txBody>
      </p:sp>
      <p:sp>
        <p:nvSpPr>
          <p:cNvPr id="5" name="Jegyzetek hely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hu-HU" dirty="0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0B0D502-1C6E-414A-B0DE-DF326393BBEE}" type="slidenum">
              <a:rPr lang="hu-HU" smtClean="0"/>
              <a:t>‹#›</a:t>
            </a:fld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22732435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dirty="0" err="1"/>
              <a:t>Ngrok</a:t>
            </a:r>
            <a:r>
              <a:rPr lang="hu-HU" dirty="0"/>
              <a:t> http 3000, </a:t>
            </a:r>
            <a:r>
              <a:rPr lang="en-US" dirty="0"/>
              <a:t>artillery run </a:t>
            </a:r>
            <a:r>
              <a:rPr lang="en-US" dirty="0" err="1"/>
              <a:t>src</a:t>
            </a:r>
            <a:r>
              <a:rPr lang="en-US" dirty="0"/>
              <a:t>/test/load-</a:t>
            </a:r>
            <a:r>
              <a:rPr lang="en-US" dirty="0" err="1"/>
              <a:t>test.yml</a:t>
            </a:r>
            <a:r>
              <a:rPr lang="en-US" dirty="0"/>
              <a:t> -o </a:t>
            </a:r>
            <a:r>
              <a:rPr lang="en-US" dirty="0" err="1"/>
              <a:t>src</a:t>
            </a:r>
            <a:r>
              <a:rPr lang="en-US" dirty="0"/>
              <a:t>/test/load-test-</a:t>
            </a:r>
            <a:r>
              <a:rPr lang="en-US" dirty="0" err="1"/>
              <a:t>report.json</a:t>
            </a:r>
            <a:r>
              <a:rPr lang="hu-HU" dirty="0"/>
              <a:t>, </a:t>
            </a:r>
            <a:r>
              <a:rPr lang="hu-HU" dirty="0" err="1"/>
              <a:t>npm</a:t>
            </a:r>
            <a:r>
              <a:rPr lang="hu-HU" dirty="0"/>
              <a:t> </a:t>
            </a:r>
            <a:r>
              <a:rPr lang="hu-HU" dirty="0" err="1"/>
              <a:t>run</a:t>
            </a:r>
            <a:r>
              <a:rPr lang="hu-HU" dirty="0"/>
              <a:t> test, </a:t>
            </a:r>
            <a:r>
              <a:rPr lang="hu-HU" dirty="0" err="1"/>
              <a:t>npm</a:t>
            </a:r>
            <a:r>
              <a:rPr lang="hu-HU"/>
              <a:t> start</a:t>
            </a:r>
            <a:endParaRPr lang="en-US"/>
          </a:p>
          <a:p>
            <a:endParaRPr lang="hu-HU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B0D502-1C6E-414A-B0DE-DF326393BBEE}" type="slidenum">
              <a:rPr lang="hu-HU" smtClean="0"/>
              <a:t>2</a:t>
            </a:fld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36771406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D2CFF428-3BFC-4D56-B8A9-EE003B6256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953DC40F-6F9D-4E92-A44A-6AA6689EB9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u-HU"/>
              <a:t>Kattintson ide az alcím mintájának szerkesztéséhez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FB25257D-A6E9-4A78-A90C-97EBD13B55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F555B9-255E-478C-87C2-5B39E2F24EA3}" type="datetimeFigureOut">
              <a:rPr lang="hu-HU" smtClean="0"/>
              <a:t>2025. 12. 09.</a:t>
            </a:fld>
            <a:endParaRPr lang="hu-HU" dirty="0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E0B83C42-081B-46D3-B655-6D30080E7B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2BC8F8E8-CA7B-4110-904E-1381E9AC4F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3C927F-7961-407E-AF2B-FDE4FBD31F3C}" type="slidenum">
              <a:rPr lang="hu-HU" smtClean="0"/>
              <a:t>‹#›</a:t>
            </a:fld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41018821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BFE03E9D-37F9-449F-91B0-832B6F3646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571BCD5C-07D7-491E-B8A7-03B283CE70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B7D56921-96C9-4909-9370-E5759D5CCE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F555B9-255E-478C-87C2-5B39E2F24EA3}" type="datetimeFigureOut">
              <a:rPr lang="hu-HU" smtClean="0"/>
              <a:t>2025. 12. 09.</a:t>
            </a:fld>
            <a:endParaRPr lang="hu-HU" dirty="0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03BE4187-C492-44BC-B6B8-CBBA28FB53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A8FF71C1-E42D-4FB1-AD7A-F43885D19A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3C927F-7961-407E-AF2B-FDE4FBD31F3C}" type="slidenum">
              <a:rPr lang="hu-HU" smtClean="0"/>
              <a:t>‹#›</a:t>
            </a:fld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27379260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56B52DAF-386C-42C1-B872-7243C9A26A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FC138A88-CC60-43F7-838F-9EC5DEFA66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CDB92DC0-5C0D-4D66-8D8A-57107257B8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F555B9-255E-478C-87C2-5B39E2F24EA3}" type="datetimeFigureOut">
              <a:rPr lang="hu-HU" smtClean="0"/>
              <a:t>2025. 12. 09.</a:t>
            </a:fld>
            <a:endParaRPr lang="hu-HU" dirty="0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5817EA5A-F548-4703-BEA2-981266A3B6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67C69B8A-110F-4E20-8C83-A2343C5268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3C927F-7961-407E-AF2B-FDE4FBD31F3C}" type="slidenum">
              <a:rPr lang="hu-HU" smtClean="0"/>
              <a:t>‹#›</a:t>
            </a:fld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17868852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6DAB44E9-BB71-482F-A732-26C97A3478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32ACC0AF-4A71-48ED-8058-1B87D630B75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7F4E88EB-B1C4-44E2-933B-D0A062C831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C69BA9BA-402F-439E-A279-52642968AD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F555B9-255E-478C-87C2-5B39E2F24EA3}" type="datetimeFigureOut">
              <a:rPr lang="hu-HU" smtClean="0"/>
              <a:t>2025. 12. 09.</a:t>
            </a:fld>
            <a:endParaRPr lang="hu-HU" dirty="0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7B97C5AB-D25E-48CE-AEA7-4468A85A0A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DE1C7A06-372C-4C60-98A3-1537E11936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3C927F-7961-407E-AF2B-FDE4FBD31F3C}" type="slidenum">
              <a:rPr lang="hu-HU" smtClean="0"/>
              <a:t>‹#›</a:t>
            </a:fld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9786633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71094CFF-DB60-465F-BBAC-081C96679F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65913592-D3F0-426A-AD17-27202FC678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12D4EC14-B5AC-4AB5-BA14-8CFB13EA01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id="{C37552FF-E49C-42A6-BF91-BC737C1C30A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Tartalom helye 5">
            <a:extLst>
              <a:ext uri="{FF2B5EF4-FFF2-40B4-BE49-F238E27FC236}">
                <a16:creationId xmlns:a16="http://schemas.microsoft.com/office/drawing/2014/main" id="{A8C019EA-CFEC-492E-828C-56021F81407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7" name="Dátum helye 6">
            <a:extLst>
              <a:ext uri="{FF2B5EF4-FFF2-40B4-BE49-F238E27FC236}">
                <a16:creationId xmlns:a16="http://schemas.microsoft.com/office/drawing/2014/main" id="{1BDC1F49-0949-4CCA-A0B3-1F752F86E2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F555B9-255E-478C-87C2-5B39E2F24EA3}" type="datetimeFigureOut">
              <a:rPr lang="hu-HU" smtClean="0"/>
              <a:t>2025. 12. 09.</a:t>
            </a:fld>
            <a:endParaRPr lang="hu-HU" dirty="0"/>
          </a:p>
        </p:txBody>
      </p:sp>
      <p:sp>
        <p:nvSpPr>
          <p:cNvPr id="8" name="Élőláb helye 7">
            <a:extLst>
              <a:ext uri="{FF2B5EF4-FFF2-40B4-BE49-F238E27FC236}">
                <a16:creationId xmlns:a16="http://schemas.microsoft.com/office/drawing/2014/main" id="{00D54EF0-9A66-41E9-8CD9-C4AD1F992C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9" name="Dia számának helye 8">
            <a:extLst>
              <a:ext uri="{FF2B5EF4-FFF2-40B4-BE49-F238E27FC236}">
                <a16:creationId xmlns:a16="http://schemas.microsoft.com/office/drawing/2014/main" id="{80A29A78-9D57-4519-9CB3-C2B1D29612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3C927F-7961-407E-AF2B-FDE4FBD31F3C}" type="slidenum">
              <a:rPr lang="hu-HU" smtClean="0"/>
              <a:t>‹#›</a:t>
            </a:fld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8023777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39AA8D83-CE48-4352-A65C-E153041BB1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Dátum helye 2">
            <a:extLst>
              <a:ext uri="{FF2B5EF4-FFF2-40B4-BE49-F238E27FC236}">
                <a16:creationId xmlns:a16="http://schemas.microsoft.com/office/drawing/2014/main" id="{5F6DA2BD-1D59-4801-B1C3-218983D649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F555B9-255E-478C-87C2-5B39E2F24EA3}" type="datetimeFigureOut">
              <a:rPr lang="hu-HU" smtClean="0"/>
              <a:t>2025. 12. 09.</a:t>
            </a:fld>
            <a:endParaRPr lang="hu-HU" dirty="0"/>
          </a:p>
        </p:txBody>
      </p:sp>
      <p:sp>
        <p:nvSpPr>
          <p:cNvPr id="4" name="Élőláb helye 3">
            <a:extLst>
              <a:ext uri="{FF2B5EF4-FFF2-40B4-BE49-F238E27FC236}">
                <a16:creationId xmlns:a16="http://schemas.microsoft.com/office/drawing/2014/main" id="{93B511F2-BA95-41C6-8B1A-9829DE5270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5" name="Dia számának helye 4">
            <a:extLst>
              <a:ext uri="{FF2B5EF4-FFF2-40B4-BE49-F238E27FC236}">
                <a16:creationId xmlns:a16="http://schemas.microsoft.com/office/drawing/2014/main" id="{251AF80E-822D-455A-B513-09454651C4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3C927F-7961-407E-AF2B-FDE4FBD31F3C}" type="slidenum">
              <a:rPr lang="hu-HU" smtClean="0"/>
              <a:t>‹#›</a:t>
            </a:fld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20943661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átum helye 1">
            <a:extLst>
              <a:ext uri="{FF2B5EF4-FFF2-40B4-BE49-F238E27FC236}">
                <a16:creationId xmlns:a16="http://schemas.microsoft.com/office/drawing/2014/main" id="{D4235F90-BA58-46CF-8EE7-E18E3AE765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F555B9-255E-478C-87C2-5B39E2F24EA3}" type="datetimeFigureOut">
              <a:rPr lang="hu-HU" smtClean="0"/>
              <a:t>2025. 12. 09.</a:t>
            </a:fld>
            <a:endParaRPr lang="hu-HU" dirty="0"/>
          </a:p>
        </p:txBody>
      </p:sp>
      <p:sp>
        <p:nvSpPr>
          <p:cNvPr id="3" name="Élőláb helye 2">
            <a:extLst>
              <a:ext uri="{FF2B5EF4-FFF2-40B4-BE49-F238E27FC236}">
                <a16:creationId xmlns:a16="http://schemas.microsoft.com/office/drawing/2014/main" id="{69861C3F-CA77-4AF0-9896-94102FDFE5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5403A162-554D-4563-A8F5-E46ACFB89A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3C927F-7961-407E-AF2B-FDE4FBD31F3C}" type="slidenum">
              <a:rPr lang="hu-HU" smtClean="0"/>
              <a:t>‹#›</a:t>
            </a:fld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29024430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5BEF618E-B241-445C-843F-72DF5E027C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660D5EE5-1A10-4D08-92EE-B0AE94AF4C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4EFCE020-B2BA-4D3C-8834-B9B407BFBA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D3AD37FC-6408-4EB6-A442-FE959F65F8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F555B9-255E-478C-87C2-5B39E2F24EA3}" type="datetimeFigureOut">
              <a:rPr lang="hu-HU" smtClean="0"/>
              <a:t>2025. 12. 09.</a:t>
            </a:fld>
            <a:endParaRPr lang="hu-HU" dirty="0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56BCDA31-9DC3-429B-9265-BE91C5BCF6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A08043EF-6274-4226-8E9C-F040B6A70A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3C927F-7961-407E-AF2B-FDE4FBD31F3C}" type="slidenum">
              <a:rPr lang="hu-HU" smtClean="0"/>
              <a:t>‹#›</a:t>
            </a:fld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1297340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E6DA5948-D2E4-4D1D-A0DC-B8EB69CE0A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Kép helye 2">
            <a:extLst>
              <a:ext uri="{FF2B5EF4-FFF2-40B4-BE49-F238E27FC236}">
                <a16:creationId xmlns:a16="http://schemas.microsoft.com/office/drawing/2014/main" id="{4197035C-DD0E-45D6-B923-5A2ED25FBA4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u-HU" dirty="0"/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007AC895-5E8A-4BCB-B544-251D065B02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E2CBAFD5-1CA4-43E9-BC27-FDA9D4CB90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F555B9-255E-478C-87C2-5B39E2F24EA3}" type="datetimeFigureOut">
              <a:rPr lang="hu-HU" smtClean="0"/>
              <a:t>2025. 12. 09.</a:t>
            </a:fld>
            <a:endParaRPr lang="hu-HU" dirty="0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BBC9EC95-BB35-4F01-9E4C-0E0C7FEFEC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BCF6AD1A-8C6E-4A94-80C6-1D5E1EBF46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3C927F-7961-407E-AF2B-FDE4FBD31F3C}" type="slidenum">
              <a:rPr lang="hu-HU" smtClean="0"/>
              <a:t>‹#›</a:t>
            </a:fld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41640473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4225778D-7D8B-4AE7-A199-E922E9D7CC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>
            <a:extLst>
              <a:ext uri="{FF2B5EF4-FFF2-40B4-BE49-F238E27FC236}">
                <a16:creationId xmlns:a16="http://schemas.microsoft.com/office/drawing/2014/main" id="{335C509F-4D7A-4756-8856-8FAAD47E91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67179A96-0423-4657-ABCB-2C342C89E4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F555B9-255E-478C-87C2-5B39E2F24EA3}" type="datetimeFigureOut">
              <a:rPr lang="hu-HU" smtClean="0"/>
              <a:t>2025. 12. 09.</a:t>
            </a:fld>
            <a:endParaRPr lang="hu-HU" dirty="0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9319A1DA-5980-4781-B7AF-6576C0333E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1ED1F313-4310-42BB-A3E4-88F921670C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3C927F-7961-407E-AF2B-FDE4FBD31F3C}" type="slidenum">
              <a:rPr lang="hu-HU" smtClean="0"/>
              <a:t>‹#›</a:t>
            </a:fld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6877954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üggőleges cím 1">
            <a:extLst>
              <a:ext uri="{FF2B5EF4-FFF2-40B4-BE49-F238E27FC236}">
                <a16:creationId xmlns:a16="http://schemas.microsoft.com/office/drawing/2014/main" id="{612B746F-C581-4F23-8CAC-576870A48E9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>
            <a:extLst>
              <a:ext uri="{FF2B5EF4-FFF2-40B4-BE49-F238E27FC236}">
                <a16:creationId xmlns:a16="http://schemas.microsoft.com/office/drawing/2014/main" id="{4CAC3115-DD74-4424-A88A-BEDA222108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3E4D4A5E-587E-454B-8C0F-A8AA3D4C5D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F555B9-255E-478C-87C2-5B39E2F24EA3}" type="datetimeFigureOut">
              <a:rPr lang="hu-HU" smtClean="0"/>
              <a:t>2025. 12. 09.</a:t>
            </a:fld>
            <a:endParaRPr lang="hu-HU" dirty="0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386AAA40-B7D8-4A99-A0D5-422777CF74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62F68333-6ACE-4C9B-BB56-3E0DB6CB47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3C927F-7961-407E-AF2B-FDE4FBD31F3C}" type="slidenum">
              <a:rPr lang="hu-HU" smtClean="0"/>
              <a:t>‹#›</a:t>
            </a:fld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19844355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helye 1">
            <a:extLst>
              <a:ext uri="{FF2B5EF4-FFF2-40B4-BE49-F238E27FC236}">
                <a16:creationId xmlns:a16="http://schemas.microsoft.com/office/drawing/2014/main" id="{F9B5227F-2C72-4972-80F7-D33586909A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E0DC4EBB-9117-4686-949D-BEFA9EF851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DDBDE75F-2A00-4E55-B56C-5958B7AFA82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F555B9-255E-478C-87C2-5B39E2F24EA3}" type="datetimeFigureOut">
              <a:rPr lang="hu-HU" smtClean="0"/>
              <a:t>2025. 12. 09.</a:t>
            </a:fld>
            <a:endParaRPr lang="hu-HU" dirty="0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20D08831-9885-4B15-9A25-73EECC0FC1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u-HU" dirty="0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1C56C757-5266-4702-96F1-62E55D2DC8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3C927F-7961-407E-AF2B-FDE4FBD31F3C}" type="slidenum">
              <a:rPr lang="hu-HU" smtClean="0"/>
              <a:t>‹#›</a:t>
            </a:fld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28363863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u-H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://localhost:3000/home.html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DAF2A495-70BA-4C12-8DC6-FECF09D232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0"/>
            <a:ext cx="9144000" cy="2387600"/>
          </a:xfrm>
        </p:spPr>
        <p:txBody>
          <a:bodyPr/>
          <a:lstStyle/>
          <a:p>
            <a:r>
              <a:rPr lang="hu-HU" sz="8000" dirty="0">
                <a:solidFill>
                  <a:srgbClr val="0070C0"/>
                </a:solidFill>
                <a:latin typeface="Bahnschrift" panose="020B0502040204020203" pitchFamily="34" charset="0"/>
              </a:rPr>
              <a:t>TVZone</a:t>
            </a:r>
            <a:endParaRPr lang="hu-HU" dirty="0">
              <a:solidFill>
                <a:srgbClr val="0070C0"/>
              </a:solidFill>
              <a:latin typeface="Bahnschrift" panose="020B0502040204020203" pitchFamily="34" charset="0"/>
            </a:endParaRP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63194A0C-4AF4-473C-B0D5-70788089B5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95450" y="2239963"/>
            <a:ext cx="9144000" cy="1655762"/>
          </a:xfrm>
        </p:spPr>
        <p:txBody>
          <a:bodyPr>
            <a:normAutofit/>
          </a:bodyPr>
          <a:lstStyle/>
          <a:p>
            <a:r>
              <a:rPr lang="hu-HU" sz="3200" dirty="0">
                <a:solidFill>
                  <a:schemeClr val="accent3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Készítette: Ruska Dominik FD69KA</a:t>
            </a:r>
          </a:p>
        </p:txBody>
      </p:sp>
    </p:spTree>
    <p:extLst>
      <p:ext uri="{BB962C8B-B14F-4D97-AF65-F5344CB8AC3E}">
        <p14:creationId xmlns:p14="http://schemas.microsoft.com/office/powerpoint/2010/main" val="14401924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81C8503F-A7C3-4FD9-815A-B1CEDED4AA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sz="5400" dirty="0">
                <a:solidFill>
                  <a:schemeClr val="bg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cs typeface="Cascadia Code" panose="020B0609020000020004" pitchFamily="49" charset="0"/>
              </a:rPr>
              <a:t>Leírás</a:t>
            </a:r>
            <a:endParaRPr lang="hu-HU" dirty="0">
              <a:solidFill>
                <a:schemeClr val="bg2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7360A8F4-801E-4E1E-8FE9-FBAB8E220B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hu-HU" dirty="0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anose="02040502050405020303" pitchFamily="18" charset="0"/>
              </a:rPr>
              <a:t>A TVZone egy általam készített streaming platform ahol filmeket, sorozatokat, animéket lehet nézni ingyen</a:t>
            </a:r>
          </a:p>
          <a:p>
            <a:pPr marL="0" indent="0">
              <a:buNone/>
            </a:pPr>
            <a:r>
              <a:rPr lang="hu-HU" dirty="0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anose="02040502050405020303" pitchFamily="18" charset="0"/>
              </a:rPr>
              <a:t>Localhoston indul el a server majd Ngrok teszi publikussá a linket (ha kell)</a:t>
            </a:r>
          </a:p>
          <a:p>
            <a:pPr marL="0" indent="0">
              <a:buNone/>
            </a:pPr>
            <a:r>
              <a:rPr lang="hu-HU" dirty="0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anose="02040502050405020303" pitchFamily="18" charset="0"/>
              </a:rPr>
              <a:t>Az oldalon belül különböző „lapok” vannak amik egy-egy .html filera mutatnak</a:t>
            </a:r>
          </a:p>
        </p:txBody>
      </p:sp>
    </p:spTree>
    <p:extLst>
      <p:ext uri="{BB962C8B-B14F-4D97-AF65-F5344CB8AC3E}">
        <p14:creationId xmlns:p14="http://schemas.microsoft.com/office/powerpoint/2010/main" val="177013506"/>
      </p:ext>
    </p:extLst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501"/>
                            </p:stCondLst>
                            <p:childTnLst>
                              <p:par>
                                <p:cTn id="8" presetID="42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entr" presetSubtype="0" fill="hold" grpId="0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grpId="0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9605C77A-9B96-4472-93F2-C37BF588A3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sz="5400" dirty="0">
                <a:solidFill>
                  <a:schemeClr val="bg2">
                    <a:lumMod val="50000"/>
                  </a:schemeClr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Használat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78B8E706-AA6E-4E2E-9816-FFBE2A756B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hu-HU" dirty="0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anose="02040502050405020303" pitchFamily="18" charset="0"/>
              </a:rPr>
              <a:t>Rámegyünk az oldal elérési linkjére ami </a:t>
            </a:r>
            <a:r>
              <a:rPr lang="hu-HU" dirty="0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anose="02040502050405020303" pitchFamily="18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http://localhost:3000/home.html</a:t>
            </a:r>
            <a:endParaRPr lang="hu-HU" dirty="0">
              <a:solidFill>
                <a:schemeClr val="bg1">
                  <a:lumMod val="8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eorgia" panose="02040502050405020303" pitchFamily="18" charset="0"/>
            </a:endParaRPr>
          </a:p>
          <a:p>
            <a:pPr marL="0" indent="0">
              <a:buNone/>
            </a:pPr>
            <a:r>
              <a:rPr lang="hu-HU" dirty="0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anose="02040502050405020303" pitchFamily="18" charset="0"/>
              </a:rPr>
              <a:t>Ezen található főbb elemek:</a:t>
            </a:r>
          </a:p>
          <a:p>
            <a:pPr marL="0" indent="0">
              <a:buNone/>
            </a:pPr>
            <a:r>
              <a:rPr lang="hu-HU" dirty="0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anose="02040502050405020303" pitchFamily="18" charset="0"/>
              </a:rPr>
              <a:t>Logo: ez egy egyedi logó aminek funkciója is van: kattintásra visszavisz minket a home.html-re </a:t>
            </a:r>
          </a:p>
          <a:p>
            <a:pPr marL="0" indent="0">
              <a:buNone/>
            </a:pPr>
            <a:r>
              <a:rPr lang="hu-HU" dirty="0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anose="02040502050405020303" pitchFamily="18" charset="0"/>
              </a:rPr>
              <a:t>Movies, Series, Animes: ezek átvisznek az azonos nevű .html-re </a:t>
            </a:r>
          </a:p>
        </p:txBody>
      </p:sp>
    </p:spTree>
    <p:extLst>
      <p:ext uri="{BB962C8B-B14F-4D97-AF65-F5344CB8AC3E}">
        <p14:creationId xmlns:p14="http://schemas.microsoft.com/office/powerpoint/2010/main" val="1937143670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801"/>
                            </p:stCondLst>
                            <p:childTnLst>
                              <p:par>
                                <p:cTn id="8" presetID="42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entr" presetSubtype="0" fill="hold" grpId="0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grpId="0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grpId="0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E550CE27-0B38-43D0-8EE6-ED4A6D01BE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sz="5400" dirty="0">
                <a:solidFill>
                  <a:schemeClr val="bg2">
                    <a:lumMod val="50000"/>
                  </a:schemeClr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Használat 2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1FC35D77-882B-41BE-8739-5C682A6491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anose="02040502050405020303" pitchFamily="18" charset="0"/>
              </a:rPr>
              <a:t>Filter: itt be tudjuk állítani a keresett tartalom adatait: típus, felbontás, kiadás éve valamint műfaj</a:t>
            </a:r>
          </a:p>
          <a:p>
            <a:r>
              <a:rPr lang="hu-HU" dirty="0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anose="02040502050405020303" pitchFamily="18" charset="0"/>
              </a:rPr>
              <a:t>Kereső: itt konkrét szavakat tudunk beírni és kihozza a beírtakat tartalmazó címeket</a:t>
            </a:r>
          </a:p>
          <a:p>
            <a:r>
              <a:rPr lang="hu-HU" dirty="0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anose="02040502050405020303" pitchFamily="18" charset="0"/>
              </a:rPr>
              <a:t>Hold ikon: ez egy theme toggle ami sötét és világos mód között vált kattintásra</a:t>
            </a:r>
          </a:p>
          <a:p>
            <a:r>
              <a:rPr lang="hu-HU" dirty="0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anose="02040502050405020303" pitchFamily="18" charset="0"/>
              </a:rPr>
              <a:t>Contact: kihozza a GYIK-et valamint az ügyfélszolgálat elérhetőségeit</a:t>
            </a:r>
          </a:p>
          <a:p>
            <a:r>
              <a:rPr lang="hu-HU" dirty="0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anose="02040502050405020303" pitchFamily="18" charset="0"/>
              </a:rPr>
              <a:t>Login: itt tudunk fiókot létrehozni és bejelentkezni vele</a:t>
            </a:r>
          </a:p>
        </p:txBody>
      </p:sp>
    </p:spTree>
    <p:extLst>
      <p:ext uri="{BB962C8B-B14F-4D97-AF65-F5344CB8AC3E}">
        <p14:creationId xmlns:p14="http://schemas.microsoft.com/office/powerpoint/2010/main" val="1231888105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901"/>
                            </p:stCondLst>
                            <p:childTnLst>
                              <p:par>
                                <p:cTn id="8" presetID="42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entr" presetSubtype="0" fill="hold" grpId="0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grpId="0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grpId="0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42" presetClass="entr" presetSubtype="0" fill="hold" grpId="0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Kép 7">
            <a:extLst>
              <a:ext uri="{FF2B5EF4-FFF2-40B4-BE49-F238E27FC236}">
                <a16:creationId xmlns:a16="http://schemas.microsoft.com/office/drawing/2014/main" id="{F739DAB5-F702-4131-8FE2-2256D5FE2A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08933"/>
            <a:ext cx="12192000" cy="6040134"/>
          </a:xfrm>
          <a:prstGeom prst="rect">
            <a:avLst/>
          </a:prstGeom>
        </p:spPr>
      </p:pic>
      <p:pic>
        <p:nvPicPr>
          <p:cNvPr id="5" name="Kép 4">
            <a:extLst>
              <a:ext uri="{FF2B5EF4-FFF2-40B4-BE49-F238E27FC236}">
                <a16:creationId xmlns:a16="http://schemas.microsoft.com/office/drawing/2014/main" id="{ED41A052-26DE-4C22-9B83-2EC283B49E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38299" y="1028397"/>
            <a:ext cx="3368047" cy="2232000"/>
          </a:xfrm>
          <a:prstGeom prst="rect">
            <a:avLst/>
          </a:prstGeom>
        </p:spPr>
      </p:pic>
      <p:pic>
        <p:nvPicPr>
          <p:cNvPr id="7" name="Kép 6">
            <a:extLst>
              <a:ext uri="{FF2B5EF4-FFF2-40B4-BE49-F238E27FC236}">
                <a16:creationId xmlns:a16="http://schemas.microsoft.com/office/drawing/2014/main" id="{311BB6E4-D2E7-49EF-A2DA-642C85B2304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9782" y="3329738"/>
            <a:ext cx="3285080" cy="2232000"/>
          </a:xfrm>
          <a:prstGeom prst="rect">
            <a:avLst/>
          </a:prstGeom>
        </p:spPr>
      </p:pic>
      <p:pic>
        <p:nvPicPr>
          <p:cNvPr id="10" name="Kép 9">
            <a:extLst>
              <a:ext uri="{FF2B5EF4-FFF2-40B4-BE49-F238E27FC236}">
                <a16:creationId xmlns:a16="http://schemas.microsoft.com/office/drawing/2014/main" id="{9CAA4588-EC62-4566-823D-973248E1620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03822" y="1028397"/>
            <a:ext cx="3854846" cy="40424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34174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flip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1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1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1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4" presetClass="entr" presetSubtype="32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0" dur="1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07B999F2-2D27-42AE-B117-6A2A473700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sz="5400" dirty="0">
                <a:solidFill>
                  <a:schemeClr val="bg2">
                    <a:lumMod val="50000"/>
                  </a:schemeClr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Home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F695ECB9-F645-4BCE-AF81-9BC61C4B2F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anose="02040502050405020303" pitchFamily="18" charset="0"/>
              </a:rPr>
              <a:t>Itt jelenik meg az összes tartalomtípus: filmek, sorozatok, animék</a:t>
            </a:r>
          </a:p>
          <a:p>
            <a:r>
              <a:rPr lang="hu-HU" dirty="0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anose="02040502050405020303" pitchFamily="18" charset="0"/>
              </a:rPr>
              <a:t>Ezek egy ciklusban végig menő sorban vannak egymás mellett és alatt</a:t>
            </a:r>
          </a:p>
          <a:p>
            <a:r>
              <a:rPr lang="hu-HU" dirty="0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anose="02040502050405020303" pitchFamily="18" charset="0"/>
              </a:rPr>
              <a:t>Felül a népszerűek találhatók, alatta a filmek, sorozatok, animék</a:t>
            </a:r>
          </a:p>
          <a:p>
            <a:r>
              <a:rPr lang="hu-HU" dirty="0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anose="02040502050405020303" pitchFamily="18" charset="0"/>
              </a:rPr>
              <a:t>Mindegyikből 10 darab van felsorolva és ezeket lehet kiválasztani egyből</a:t>
            </a:r>
          </a:p>
          <a:p>
            <a:r>
              <a:rPr lang="hu-HU" dirty="0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anose="02040502050405020303" pitchFamily="18" charset="0"/>
              </a:rPr>
              <a:t>Erről az oldalról felül (a header-ben) át tudunk menni a többire</a:t>
            </a:r>
          </a:p>
        </p:txBody>
      </p:sp>
    </p:spTree>
    <p:extLst>
      <p:ext uri="{BB962C8B-B14F-4D97-AF65-F5344CB8AC3E}">
        <p14:creationId xmlns:p14="http://schemas.microsoft.com/office/powerpoint/2010/main" val="467791561"/>
      </p:ext>
    </p:extLst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301"/>
                            </p:stCondLst>
                            <p:childTnLst>
                              <p:par>
                                <p:cTn id="8" presetID="42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entr" presetSubtype="0" fill="hold" grpId="0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grpId="0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grpId="0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42" presetClass="entr" presetSubtype="0" fill="hold" grpId="0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DD07EBCC-9613-4A72-9242-5908A0366D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sz="5400" dirty="0">
                <a:solidFill>
                  <a:schemeClr val="bg2">
                    <a:lumMod val="50000"/>
                  </a:schemeClr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Movies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0342C6C9-2B38-437B-9E3A-57368F8F7A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hu-HU" dirty="0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anose="02040502050405020303" pitchFamily="18" charset="0"/>
              </a:rPr>
              <a:t>Itt jelennek meg a filmek</a:t>
            </a:r>
          </a:p>
          <a:p>
            <a:pPr marL="0" indent="0">
              <a:buNone/>
            </a:pPr>
            <a:r>
              <a:rPr lang="hu-HU" dirty="0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anose="02040502050405020303" pitchFamily="18" charset="0"/>
              </a:rPr>
              <a:t>2 sor van: az első a népszerű, a második a legutóbbi</a:t>
            </a:r>
          </a:p>
          <a:p>
            <a:pPr marL="0" indent="0">
              <a:buNone/>
            </a:pPr>
            <a:r>
              <a:rPr lang="hu-HU" dirty="0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anose="02040502050405020303" pitchFamily="18" charset="0"/>
              </a:rPr>
              <a:t>Az elemekből itt is 10 darab van és körbe mennek</a:t>
            </a:r>
          </a:p>
          <a:p>
            <a:pPr marL="0" indent="0">
              <a:buNone/>
            </a:pPr>
            <a:r>
              <a:rPr lang="hu-HU" dirty="0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anose="02040502050405020303" pitchFamily="18" charset="0"/>
              </a:rPr>
              <a:t>A kiválasztott tartalom egyből megnyitható ha rákattintanak</a:t>
            </a:r>
          </a:p>
        </p:txBody>
      </p:sp>
    </p:spTree>
    <p:extLst>
      <p:ext uri="{BB962C8B-B14F-4D97-AF65-F5344CB8AC3E}">
        <p14:creationId xmlns:p14="http://schemas.microsoft.com/office/powerpoint/2010/main" val="2593717932"/>
      </p:ext>
    </p:extLst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501"/>
                            </p:stCondLst>
                            <p:childTnLst>
                              <p:par>
                                <p:cTn id="8" presetID="42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entr" presetSubtype="0" fill="hold" grpId="0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grpId="0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grpId="0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DD07EBCC-9613-4A72-9242-5908A0366D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sz="5400" dirty="0">
                <a:solidFill>
                  <a:schemeClr val="bg2">
                    <a:lumMod val="50000"/>
                  </a:schemeClr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Series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0342C6C9-2B38-437B-9E3A-57368F8F7A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hu-HU" dirty="0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anose="02040502050405020303" pitchFamily="18" charset="0"/>
              </a:rPr>
              <a:t>Itt jelennek meg a sorozatok</a:t>
            </a:r>
          </a:p>
          <a:p>
            <a:pPr marL="0" indent="0">
              <a:buNone/>
            </a:pPr>
            <a:r>
              <a:rPr lang="hu-HU" dirty="0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anose="02040502050405020303" pitchFamily="18" charset="0"/>
              </a:rPr>
              <a:t>2 sor van: az első a népszerű, a második a legutóbbi</a:t>
            </a:r>
          </a:p>
          <a:p>
            <a:pPr marL="0" indent="0">
              <a:buNone/>
            </a:pPr>
            <a:r>
              <a:rPr lang="hu-HU" dirty="0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anose="02040502050405020303" pitchFamily="18" charset="0"/>
              </a:rPr>
              <a:t>Az elemekből itt is 10 darab van és körbe mennek</a:t>
            </a:r>
          </a:p>
          <a:p>
            <a:pPr marL="0" indent="0">
              <a:buNone/>
            </a:pPr>
            <a:r>
              <a:rPr lang="hu-HU" dirty="0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anose="02040502050405020303" pitchFamily="18" charset="0"/>
              </a:rPr>
              <a:t>A kiválasztott tartalom egyből megnyitható ha rákattintanak</a:t>
            </a:r>
          </a:p>
        </p:txBody>
      </p:sp>
    </p:spTree>
    <p:extLst>
      <p:ext uri="{BB962C8B-B14F-4D97-AF65-F5344CB8AC3E}">
        <p14:creationId xmlns:p14="http://schemas.microsoft.com/office/powerpoint/2010/main" val="1896615297"/>
      </p:ext>
    </p:extLst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501"/>
                            </p:stCondLst>
                            <p:childTnLst>
                              <p:par>
                                <p:cTn id="8" presetID="42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entr" presetSubtype="0" fill="hold" grpId="0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grpId="0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grpId="0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DD07EBCC-9613-4A72-9242-5908A0366D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sz="5400" dirty="0">
                <a:solidFill>
                  <a:schemeClr val="bg2">
                    <a:lumMod val="50000"/>
                  </a:schemeClr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Animes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0342C6C9-2B38-437B-9E3A-57368F8F7A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hu-HU" dirty="0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anose="02040502050405020303" pitchFamily="18" charset="0"/>
              </a:rPr>
              <a:t>Itt jelennek meg az animék</a:t>
            </a:r>
          </a:p>
          <a:p>
            <a:pPr marL="0" indent="0">
              <a:buNone/>
            </a:pPr>
            <a:r>
              <a:rPr lang="hu-HU" dirty="0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anose="02040502050405020303" pitchFamily="18" charset="0"/>
              </a:rPr>
              <a:t>2 sor van: az első a népszerű, a második a legutóbbi</a:t>
            </a:r>
          </a:p>
          <a:p>
            <a:pPr marL="0" indent="0">
              <a:buNone/>
            </a:pPr>
            <a:r>
              <a:rPr lang="hu-HU" dirty="0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anose="02040502050405020303" pitchFamily="18" charset="0"/>
              </a:rPr>
              <a:t>Az elemekből itt is 10 darab van és körbe mennek</a:t>
            </a:r>
          </a:p>
          <a:p>
            <a:pPr marL="0" indent="0">
              <a:buNone/>
            </a:pPr>
            <a:r>
              <a:rPr lang="hu-HU" dirty="0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anose="02040502050405020303" pitchFamily="18" charset="0"/>
              </a:rPr>
              <a:t>A kiválasztott tartalom egyből megnyitható ha rákattintanak</a:t>
            </a:r>
          </a:p>
        </p:txBody>
      </p:sp>
    </p:spTree>
    <p:extLst>
      <p:ext uri="{BB962C8B-B14F-4D97-AF65-F5344CB8AC3E}">
        <p14:creationId xmlns:p14="http://schemas.microsoft.com/office/powerpoint/2010/main" val="692045234"/>
      </p:ext>
    </p:extLst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501"/>
                            </p:stCondLst>
                            <p:childTnLst>
                              <p:par>
                                <p:cTn id="8" presetID="42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entr" presetSubtype="0" fill="hold" grpId="0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grpId="0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grpId="0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D6AC7716-8028-4C75-A24C-12C1F3309C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sz="5400" dirty="0">
                <a:solidFill>
                  <a:schemeClr val="bg2">
                    <a:lumMod val="50000"/>
                  </a:schemeClr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Login/Register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9D6A472D-D72E-432B-BBD3-4A126F04BF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hu-HU" dirty="0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anose="02040502050405020303" pitchFamily="18" charset="0"/>
              </a:rPr>
              <a:t>Ez a funkció a jobb felső sarokban lévő gomb megnyomásával érhető el</a:t>
            </a:r>
          </a:p>
          <a:p>
            <a:pPr marL="0" indent="0">
              <a:buNone/>
            </a:pPr>
            <a:r>
              <a:rPr lang="hu-HU" dirty="0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anose="02040502050405020303" pitchFamily="18" charset="0"/>
              </a:rPr>
              <a:t>Ha van fiókja akkor be tud lépni a felhasználónév vagy email cím és jelszó megadásával</a:t>
            </a:r>
          </a:p>
          <a:p>
            <a:pPr marL="0" indent="0">
              <a:buNone/>
            </a:pPr>
            <a:r>
              <a:rPr lang="hu-HU" dirty="0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anose="02040502050405020303" pitchFamily="18" charset="0"/>
              </a:rPr>
              <a:t>Ha nincs akkor pedig tud regisztrálni ezen adatok megadásával</a:t>
            </a:r>
          </a:p>
          <a:p>
            <a:pPr marL="0" indent="0">
              <a:buNone/>
            </a:pPr>
            <a:r>
              <a:rPr lang="hu-HU" dirty="0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anose="02040502050405020303" pitchFamily="18" charset="0"/>
              </a:rPr>
              <a:t>A regisztrált felhasználókat egy „adatbázisba” menti az oldal és onnan is tölti be, ellenőrzi az összetartozókat</a:t>
            </a:r>
          </a:p>
        </p:txBody>
      </p:sp>
    </p:spTree>
    <p:extLst>
      <p:ext uri="{BB962C8B-B14F-4D97-AF65-F5344CB8AC3E}">
        <p14:creationId xmlns:p14="http://schemas.microsoft.com/office/powerpoint/2010/main" val="36901833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1301"/>
                            </p:stCondLst>
                            <p:childTnLst>
                              <p:par>
                                <p:cTn id="8" presetID="42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entr" presetSubtype="0" fill="hold" grpId="0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grpId="0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grpId="0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uiExpand="1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9CDA900F-2E81-452D-BAE3-34263161F4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sz="5400" dirty="0">
                <a:solidFill>
                  <a:schemeClr val="bg2">
                    <a:lumMod val="50000"/>
                  </a:schemeClr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Details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F20FA36D-D3CF-4634-BF63-43CFEEC7DF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hu-HU" dirty="0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anose="02040502050405020303" pitchFamily="18" charset="0"/>
              </a:rPr>
              <a:t>Ha rákattintanak a tartalomra az automatikusan átirányítja a felhasználót erre az oldalra</a:t>
            </a:r>
          </a:p>
          <a:p>
            <a:pPr marL="0" indent="0">
              <a:buNone/>
            </a:pPr>
            <a:r>
              <a:rPr lang="hu-HU" dirty="0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anose="02040502050405020303" pitchFamily="18" charset="0"/>
              </a:rPr>
              <a:t>Itt megjelenik a videólejátszó amin el tudjuk indítani a tartalmat</a:t>
            </a:r>
          </a:p>
          <a:p>
            <a:pPr marL="0" indent="0">
              <a:buNone/>
            </a:pPr>
            <a:r>
              <a:rPr lang="hu-HU" dirty="0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anose="02040502050405020303" pitchFamily="18" charset="0"/>
              </a:rPr>
              <a:t>Az oldal magától eldönti, hogy sorozat vagy film lett megnyitva és ennek megfelelően néz ki:</a:t>
            </a:r>
          </a:p>
          <a:p>
            <a:pPr marL="457200" lvl="3" indent="-457200">
              <a:spcBef>
                <a:spcPts val="1000"/>
              </a:spcBef>
            </a:pPr>
            <a:r>
              <a:rPr lang="hu-HU" sz="2800" dirty="0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anose="02040502050405020303" pitchFamily="18" charset="0"/>
              </a:rPr>
              <a:t>ha sorozat akkor a lejátszó alatt lehetőség van kiválasztani az évad és epizód számát amit betölt</a:t>
            </a:r>
          </a:p>
          <a:p>
            <a:pPr marL="457200" lvl="3" indent="-457200">
              <a:spcBef>
                <a:spcPts val="1000"/>
              </a:spcBef>
            </a:pPr>
            <a:r>
              <a:rPr lang="hu-HU" sz="2800" dirty="0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anose="02040502050405020303" pitchFamily="18" charset="0"/>
              </a:rPr>
              <a:t>ha film akkor az alsó rész eltűnik és csak a videólejátszó marad</a:t>
            </a:r>
          </a:p>
        </p:txBody>
      </p:sp>
    </p:spTree>
    <p:extLst>
      <p:ext uri="{BB962C8B-B14F-4D97-AF65-F5344CB8AC3E}">
        <p14:creationId xmlns:p14="http://schemas.microsoft.com/office/powerpoint/2010/main" val="32078773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601"/>
                            </p:stCondLst>
                            <p:childTnLst>
                              <p:par>
                                <p:cTn id="8" presetID="42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uiExpand="1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Kép 2">
            <a:extLst>
              <a:ext uri="{FF2B5EF4-FFF2-40B4-BE49-F238E27FC236}">
                <a16:creationId xmlns:a16="http://schemas.microsoft.com/office/drawing/2014/main" id="{B28BFABE-BEB5-40E7-AC2E-70EEA02908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52244"/>
            <a:ext cx="12192000" cy="5961842"/>
          </a:xfrm>
          <a:prstGeom prst="rect">
            <a:avLst/>
          </a:prstGeom>
        </p:spPr>
      </p:pic>
      <p:pic>
        <p:nvPicPr>
          <p:cNvPr id="5" name="Kép 4">
            <a:extLst>
              <a:ext uri="{FF2B5EF4-FFF2-40B4-BE49-F238E27FC236}">
                <a16:creationId xmlns:a16="http://schemas.microsoft.com/office/drawing/2014/main" id="{0B560D83-6D0C-4ACA-8603-A152576DB86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184527"/>
            <a:ext cx="12192000" cy="2377638"/>
          </a:xfrm>
          <a:prstGeom prst="rect">
            <a:avLst/>
          </a:prstGeom>
        </p:spPr>
      </p:pic>
      <p:pic>
        <p:nvPicPr>
          <p:cNvPr id="7" name="Kép 6">
            <a:extLst>
              <a:ext uri="{FF2B5EF4-FFF2-40B4-BE49-F238E27FC236}">
                <a16:creationId xmlns:a16="http://schemas.microsoft.com/office/drawing/2014/main" id="{DF495A0B-B9D1-43A6-9CB3-2FFDB9BB4B5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4201057"/>
            <a:ext cx="12192000" cy="2394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43173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flip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1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1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1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4CCED419-C432-46DF-910C-FBE6F8030F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sz="5400" dirty="0">
                <a:solidFill>
                  <a:schemeClr val="bg2">
                    <a:lumMod val="50000"/>
                  </a:schemeClr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Video-player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019A25B9-C739-458A-8E3B-2B8F7D67FF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hu-HU" dirty="0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anose="02040502050405020303" pitchFamily="18" charset="0"/>
              </a:rPr>
              <a:t>Ez végzi a tényleges videó lejátszást</a:t>
            </a:r>
          </a:p>
          <a:p>
            <a:pPr marL="0" indent="0">
              <a:buNone/>
            </a:pPr>
            <a:r>
              <a:rPr lang="hu-HU" dirty="0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anose="02040502050405020303" pitchFamily="18" charset="0"/>
              </a:rPr>
              <a:t>Középen megjelenik egy lejátszás ikon amire ha rámegyünk elindul a kiválasztott tartalom</a:t>
            </a:r>
          </a:p>
          <a:p>
            <a:pPr marL="0" indent="0">
              <a:buNone/>
            </a:pPr>
            <a:r>
              <a:rPr lang="hu-HU" dirty="0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anose="02040502050405020303" pitchFamily="18" charset="0"/>
              </a:rPr>
              <a:t>Az alján egy menüsor található ami a következő elemeket tartalmazza:</a:t>
            </a:r>
          </a:p>
          <a:p>
            <a:pPr lvl="3"/>
            <a:r>
              <a:rPr lang="hu-HU" sz="2800" dirty="0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anose="02040502050405020303" pitchFamily="18" charset="0"/>
              </a:rPr>
              <a:t>Play/Pause gomb: ez a videó állapotától függően változik</a:t>
            </a:r>
          </a:p>
          <a:p>
            <a:pPr lvl="3"/>
            <a:r>
              <a:rPr lang="hu-HU" sz="2800" dirty="0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anose="02040502050405020303" pitchFamily="18" charset="0"/>
              </a:rPr>
              <a:t>Volume: ezt tudjuk egérrel valamint billentyűzettel változtatni</a:t>
            </a:r>
          </a:p>
          <a:p>
            <a:pPr lvl="3"/>
            <a:r>
              <a:rPr lang="hu-HU" sz="2800" dirty="0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anose="02040502050405020303" pitchFamily="18" charset="0"/>
              </a:rPr>
              <a:t>Progress bar: itt jelenik meg az eddig megtekintett valamint a hátralevő (sebesség függvényében) idő</a:t>
            </a:r>
          </a:p>
          <a:p>
            <a:pPr marL="0" indent="0">
              <a:buNone/>
            </a:pP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605857527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1101"/>
                            </p:stCondLst>
                            <p:childTnLst>
                              <p:par>
                                <p:cTn id="8" presetID="42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entr" presetSubtype="0" fill="hold" grpId="0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grpId="0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uiExpand="1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75C6CD07-A874-4154-B7E4-0184A32294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sz="5400" dirty="0">
                <a:solidFill>
                  <a:schemeClr val="bg2">
                    <a:lumMod val="50000"/>
                  </a:schemeClr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Video-player 2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6F7576FB-D88D-4803-AF5D-EA37E73070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anose="02040502050405020303" pitchFamily="18" charset="0"/>
              </a:rPr>
              <a:t>Speed control: itt tudjuk beállítani a sebességet 0.25 és 3 között: vagy az ikonokkal lépkedünk a fix pontok között vagy beírunk egy egyedi értéket</a:t>
            </a:r>
          </a:p>
          <a:p>
            <a:r>
              <a:rPr lang="hu-HU" dirty="0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anose="02040502050405020303" pitchFamily="18" charset="0"/>
              </a:rPr>
              <a:t>CC menu: ez felelős a feliratok betöltéséért és megjelenítéséért, testreszabhatóságáért</a:t>
            </a:r>
          </a:p>
          <a:p>
            <a:r>
              <a:rPr lang="hu-HU" dirty="0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anose="02040502050405020303" pitchFamily="18" charset="0"/>
              </a:rPr>
              <a:t>Quality: itt tudjuk beállítani a videó minőségét 1080p, 720p és 480p közül választva</a:t>
            </a:r>
          </a:p>
          <a:p>
            <a:r>
              <a:rPr lang="hu-HU" dirty="0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anose="02040502050405020303" pitchFamily="18" charset="0"/>
              </a:rPr>
              <a:t>Fullscreen: ez is egy változó ikon attól függően hogy hogyan nézzük a videót </a:t>
            </a:r>
          </a:p>
        </p:txBody>
      </p:sp>
    </p:spTree>
    <p:extLst>
      <p:ext uri="{BB962C8B-B14F-4D97-AF65-F5344CB8AC3E}">
        <p14:creationId xmlns:p14="http://schemas.microsoft.com/office/powerpoint/2010/main" val="1419359305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1201"/>
                            </p:stCondLst>
                            <p:childTnLst>
                              <p:par>
                                <p:cTn id="8" presetID="42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Kép 13">
            <a:extLst>
              <a:ext uri="{FF2B5EF4-FFF2-40B4-BE49-F238E27FC236}">
                <a16:creationId xmlns:a16="http://schemas.microsoft.com/office/drawing/2014/main" id="{B37D15D2-BD2E-4AE3-92F4-B18A2FE3ED06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1296000" y="576000"/>
            <a:ext cx="9576000" cy="5724000"/>
          </a:xfrm>
          <a:prstGeom prst="rect">
            <a:avLst/>
          </a:prstGeom>
        </p:spPr>
      </p:pic>
      <p:pic>
        <p:nvPicPr>
          <p:cNvPr id="13" name="Kép 12">
            <a:extLst>
              <a:ext uri="{FF2B5EF4-FFF2-40B4-BE49-F238E27FC236}">
                <a16:creationId xmlns:a16="http://schemas.microsoft.com/office/drawing/2014/main" id="{BF8A51B3-7CAD-48FD-BF30-525BB6BE6139}"/>
              </a:ext>
            </a:extLst>
          </p:cNvPr>
          <p:cNvPicPr>
            <a:picLocks/>
          </p:cNvPicPr>
          <p:nvPr/>
        </p:nvPicPr>
        <p:blipFill>
          <a:blip r:embed="rId4"/>
          <a:stretch>
            <a:fillRect/>
          </a:stretch>
        </p:blipFill>
        <p:spPr>
          <a:xfrm>
            <a:off x="1296000" y="575863"/>
            <a:ext cx="9576000" cy="5724000"/>
          </a:xfrm>
          <a:prstGeom prst="rect">
            <a:avLst/>
          </a:prstGeom>
        </p:spPr>
      </p:pic>
      <p:pic>
        <p:nvPicPr>
          <p:cNvPr id="12" name="Kép 11">
            <a:extLst>
              <a:ext uri="{FF2B5EF4-FFF2-40B4-BE49-F238E27FC236}">
                <a16:creationId xmlns:a16="http://schemas.microsoft.com/office/drawing/2014/main" id="{5FC171C6-A974-4FD6-AB2E-6715E3394B5C}"/>
              </a:ext>
            </a:extLst>
          </p:cNvPr>
          <p:cNvPicPr>
            <a:picLocks/>
          </p:cNvPicPr>
          <p:nvPr/>
        </p:nvPicPr>
        <p:blipFill>
          <a:blip r:embed="rId5"/>
          <a:stretch>
            <a:fillRect/>
          </a:stretch>
        </p:blipFill>
        <p:spPr>
          <a:xfrm>
            <a:off x="1296000" y="576000"/>
            <a:ext cx="9576000" cy="5724000"/>
          </a:xfrm>
          <a:prstGeom prst="rect">
            <a:avLst/>
          </a:prstGeom>
        </p:spPr>
      </p:pic>
      <p:pic>
        <p:nvPicPr>
          <p:cNvPr id="11" name="Kép 10">
            <a:extLst>
              <a:ext uri="{FF2B5EF4-FFF2-40B4-BE49-F238E27FC236}">
                <a16:creationId xmlns:a16="http://schemas.microsoft.com/office/drawing/2014/main" id="{ABC487CA-9200-4116-8730-658598FF3025}"/>
              </a:ext>
            </a:extLst>
          </p:cNvPr>
          <p:cNvPicPr>
            <a:picLocks/>
          </p:cNvPicPr>
          <p:nvPr/>
        </p:nvPicPr>
        <p:blipFill>
          <a:blip r:embed="rId6"/>
          <a:stretch>
            <a:fillRect/>
          </a:stretch>
        </p:blipFill>
        <p:spPr>
          <a:xfrm>
            <a:off x="1296000" y="576000"/>
            <a:ext cx="9576000" cy="5724000"/>
          </a:xfrm>
          <a:prstGeom prst="rect">
            <a:avLst/>
          </a:prstGeom>
        </p:spPr>
      </p:pic>
      <p:pic>
        <p:nvPicPr>
          <p:cNvPr id="10" name="Kép 9">
            <a:extLst>
              <a:ext uri="{FF2B5EF4-FFF2-40B4-BE49-F238E27FC236}">
                <a16:creationId xmlns:a16="http://schemas.microsoft.com/office/drawing/2014/main" id="{3C47DD44-1C93-4B3F-BB9A-F23048A785D9}"/>
              </a:ext>
            </a:extLst>
          </p:cNvPr>
          <p:cNvPicPr>
            <a:picLocks/>
          </p:cNvPicPr>
          <p:nvPr/>
        </p:nvPicPr>
        <p:blipFill>
          <a:blip r:embed="rId7"/>
          <a:stretch>
            <a:fillRect/>
          </a:stretch>
        </p:blipFill>
        <p:spPr>
          <a:xfrm>
            <a:off x="1296000" y="576000"/>
            <a:ext cx="9576000" cy="5724000"/>
          </a:xfrm>
          <a:prstGeom prst="rect">
            <a:avLst/>
          </a:prstGeom>
        </p:spPr>
      </p:pic>
      <p:pic>
        <p:nvPicPr>
          <p:cNvPr id="9" name="Kép 8">
            <a:extLst>
              <a:ext uri="{FF2B5EF4-FFF2-40B4-BE49-F238E27FC236}">
                <a16:creationId xmlns:a16="http://schemas.microsoft.com/office/drawing/2014/main" id="{F346D338-C3C9-4EDB-92C3-C3BADA6CFAD7}"/>
              </a:ext>
            </a:extLst>
          </p:cNvPr>
          <p:cNvPicPr>
            <a:picLocks/>
          </p:cNvPicPr>
          <p:nvPr/>
        </p:nvPicPr>
        <p:blipFill>
          <a:blip r:embed="rId8"/>
          <a:stretch>
            <a:fillRect/>
          </a:stretch>
        </p:blipFill>
        <p:spPr>
          <a:xfrm>
            <a:off x="1296000" y="576000"/>
            <a:ext cx="9576000" cy="5724000"/>
          </a:xfrm>
          <a:prstGeom prst="rect">
            <a:avLst/>
          </a:prstGeom>
        </p:spPr>
      </p:pic>
      <p:pic>
        <p:nvPicPr>
          <p:cNvPr id="2" name="Kép 1">
            <a:extLst>
              <a:ext uri="{FF2B5EF4-FFF2-40B4-BE49-F238E27FC236}">
                <a16:creationId xmlns:a16="http://schemas.microsoft.com/office/drawing/2014/main" id="{83D6C265-B181-48B0-8010-0D40D18603D9}"/>
              </a:ext>
            </a:extLst>
          </p:cNvPr>
          <p:cNvPicPr>
            <a:picLocks/>
          </p:cNvPicPr>
          <p:nvPr/>
        </p:nvPicPr>
        <p:blipFill>
          <a:blip r:embed="rId9"/>
          <a:stretch>
            <a:fillRect/>
          </a:stretch>
        </p:blipFill>
        <p:spPr>
          <a:xfrm>
            <a:off x="1296000" y="576000"/>
            <a:ext cx="9576000" cy="572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96811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flip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Kép 1">
            <a:extLst>
              <a:ext uri="{FF2B5EF4-FFF2-40B4-BE49-F238E27FC236}">
                <a16:creationId xmlns:a16="http://schemas.microsoft.com/office/drawing/2014/main" id="{8AB83761-8ADD-4D38-85A3-5AAE0D4B03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47936" y="1674132"/>
            <a:ext cx="5296127" cy="3509736"/>
          </a:xfrm>
          <a:prstGeom prst="rect">
            <a:avLst/>
          </a:prstGeom>
        </p:spPr>
      </p:pic>
      <p:pic>
        <p:nvPicPr>
          <p:cNvPr id="3" name="Kép 2">
            <a:extLst>
              <a:ext uri="{FF2B5EF4-FFF2-40B4-BE49-F238E27FC236}">
                <a16:creationId xmlns:a16="http://schemas.microsoft.com/office/drawing/2014/main" id="{6C0DEF2F-F140-4EE6-831E-A1B9D5CB2EC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47936" y="1674132"/>
            <a:ext cx="5296127" cy="3509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62262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 advTm="399236">
        <p14:flip dir="r"/>
      </p:transition>
    </mc:Choice>
    <mc:Fallback xmlns="">
      <p:transition spd="slow" advTm="399236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zövegdoboz 1">
            <a:extLst>
              <a:ext uri="{FF2B5EF4-FFF2-40B4-BE49-F238E27FC236}">
                <a16:creationId xmlns:a16="http://schemas.microsoft.com/office/drawing/2014/main" id="{A06B2470-60FD-4D1D-8B46-D5E031F3965B}"/>
              </a:ext>
            </a:extLst>
          </p:cNvPr>
          <p:cNvSpPr txBox="1"/>
          <p:nvPr/>
        </p:nvSpPr>
        <p:spPr>
          <a:xfrm>
            <a:off x="2812088" y="2505670"/>
            <a:ext cx="656782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sz="5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Impact" panose="020B0806030902050204" pitchFamily="34" charset="0"/>
              </a:rPr>
              <a:t>Köszönöm a figyelmet!</a:t>
            </a:r>
          </a:p>
        </p:txBody>
      </p:sp>
    </p:spTree>
    <p:extLst>
      <p:ext uri="{BB962C8B-B14F-4D97-AF65-F5344CB8AC3E}">
        <p14:creationId xmlns:p14="http://schemas.microsoft.com/office/powerpoint/2010/main" val="27821402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repeatCount="2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2000"/>
                            </p:stCondLst>
                            <p:childTnLst>
                              <p:par>
                                <p:cTn id="12" presetID="53" presetClass="exit" presetSubtype="32" fill="hold" grpId="1" nodeType="afterEffect">
                                  <p:stCondLst>
                                    <p:cond delay="250"/>
                                  </p:stCondLst>
                                  <p:childTnLst>
                                    <p:anim calcmode="lin" valueType="num">
                                      <p:cBhvr>
                                        <p:cTn id="13" dur="10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5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</p:bldLst>
  </p:timing>
</p:sld>
</file>

<file path=ppt/theme/theme1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104</TotalTime>
  <Words>633</Words>
  <Application>Microsoft Office PowerPoint</Application>
  <PresentationFormat>Szélesvásznú</PresentationFormat>
  <Paragraphs>64</Paragraphs>
  <Slides>17</Slides>
  <Notes>1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7</vt:i4>
      </vt:variant>
      <vt:variant>
        <vt:lpstr>Téma</vt:lpstr>
      </vt:variant>
      <vt:variant>
        <vt:i4>1</vt:i4>
      </vt:variant>
      <vt:variant>
        <vt:lpstr>Diacímek</vt:lpstr>
      </vt:variant>
      <vt:variant>
        <vt:i4>17</vt:i4>
      </vt:variant>
    </vt:vector>
  </HeadingPairs>
  <TitlesOfParts>
    <vt:vector size="25" baseType="lpstr">
      <vt:lpstr>Arial</vt:lpstr>
      <vt:lpstr>Bahnschrift</vt:lpstr>
      <vt:lpstr>Calibri</vt:lpstr>
      <vt:lpstr>Calibri Light</vt:lpstr>
      <vt:lpstr>Cascadia Code</vt:lpstr>
      <vt:lpstr>Georgia</vt:lpstr>
      <vt:lpstr>Impact</vt:lpstr>
      <vt:lpstr>Office-téma</vt:lpstr>
      <vt:lpstr>TVZone</vt:lpstr>
      <vt:lpstr>Leírás</vt:lpstr>
      <vt:lpstr>Használat</vt:lpstr>
      <vt:lpstr>Használat 2</vt:lpstr>
      <vt:lpstr>PowerPoint-bemutató</vt:lpstr>
      <vt:lpstr>Home</vt:lpstr>
      <vt:lpstr>Movies</vt:lpstr>
      <vt:lpstr>Series</vt:lpstr>
      <vt:lpstr>Animes</vt:lpstr>
      <vt:lpstr>Login/Register</vt:lpstr>
      <vt:lpstr>Details</vt:lpstr>
      <vt:lpstr>PowerPoint-bemutató</vt:lpstr>
      <vt:lpstr>Video-player</vt:lpstr>
      <vt:lpstr>Video-player 2</vt:lpstr>
      <vt:lpstr>PowerPoint-bemutató</vt:lpstr>
      <vt:lpstr>PowerPoint-bemutató</vt:lpstr>
      <vt:lpstr>PowerPoint-bemutató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TVZone</dc:title>
  <dc:creator>Dominik</dc:creator>
  <cp:lastModifiedBy>Ruska Dominik</cp:lastModifiedBy>
  <cp:revision>15</cp:revision>
  <dcterms:created xsi:type="dcterms:W3CDTF">2025-12-09T00:58:55Z</dcterms:created>
  <dcterms:modified xsi:type="dcterms:W3CDTF">2025-12-09T09:15:19Z</dcterms:modified>
</cp:coreProperties>
</file>